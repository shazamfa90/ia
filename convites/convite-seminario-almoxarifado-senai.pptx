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notesMasterIdLst>
    <p:notesMasterId r:id="rId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COMO PERSONALIZAR: clique no texto "Nome do Convidado" e digite o nome da pessoa (o tamanho da fonte se ajusta sozinho para nomes longos). Para fazer um convite por pessoa, clique com o botão direito na miniatura deste slide &gt; Duplicar slide, e troque apenas o nome. 
OPÇÕES DE TÍTULO: (1) Por Trás de Cada Prateleira; (2) Cada Caixa Conta uma História; (3) O Coração da Indústria; (4) Muito Além do Estoque; (5) Mãos que Organizam, Indústria que Avança.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Verso do convite (parte de trás da capa), com o logo do SENAI centralizado.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image" Target="../media/image-1-5.png"/><Relationship Id="rId6" Type="http://schemas.openxmlformats.org/officeDocument/2006/relationships/image" Target="../media/image-1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image" Target="../media/image-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74320" y="274320"/>
            <a:ext cx="11643055" cy="6309360"/>
          </a:xfrm>
          <a:prstGeom prst="rect">
            <a:avLst/>
          </a:prstGeom>
          <a:ln w="12700">
            <a:solidFill>
              <a:srgbClr val="9DB8E8">
                <a:alpha val="75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384048" y="384048"/>
            <a:ext cx="11423599" cy="6089904"/>
          </a:xfrm>
          <a:prstGeom prst="rect">
            <a:avLst/>
          </a:prstGeom>
          <a:ln w="6350">
            <a:solidFill>
              <a:srgbClr val="FFFFFF">
                <a:alpha val="30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274320" y="274320"/>
            <a:ext cx="502920" cy="502920"/>
          </a:xfrm>
          <a:prstGeom prst="rect">
            <a:avLst/>
          </a:prstGeom>
          <a:ln w="22225">
            <a:solidFill>
              <a:srgbClr val="E8491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57200" y="457200"/>
            <a:ext cx="502920" cy="502920"/>
          </a:xfrm>
          <a:prstGeom prst="rect">
            <a:avLst/>
          </a:prstGeom>
          <a:ln w="15875">
            <a:solidFill>
              <a:srgbClr val="E8491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384048" y="384048"/>
            <a:ext cx="182880" cy="182880"/>
          </a:xfrm>
          <a:prstGeom prst="rect">
            <a:avLst/>
          </a:prstGeom>
          <a:ln w="12700">
            <a:solidFill>
              <a:srgbClr val="E8491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804672" y="804672"/>
            <a:ext cx="82296" cy="82296"/>
          </a:xfrm>
          <a:prstGeom prst="rect">
            <a:avLst/>
          </a:prstGeom>
          <a:solidFill>
            <a:srgbClr val="E84910"/>
          </a:solidFill>
          <a:ln/>
        </p:spPr>
      </p:sp>
      <p:sp>
        <p:nvSpPr>
          <p:cNvPr id="8" name="Shape 6"/>
          <p:cNvSpPr/>
          <p:nvPr/>
        </p:nvSpPr>
        <p:spPr>
          <a:xfrm>
            <a:off x="11414455" y="274320"/>
            <a:ext cx="502920" cy="502920"/>
          </a:xfrm>
          <a:prstGeom prst="rect">
            <a:avLst/>
          </a:prstGeom>
          <a:ln w="22225">
            <a:solidFill>
              <a:srgbClr val="E84910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1231575" y="457200"/>
            <a:ext cx="502920" cy="502920"/>
          </a:xfrm>
          <a:prstGeom prst="rect">
            <a:avLst/>
          </a:prstGeom>
          <a:ln w="15875">
            <a:solidFill>
              <a:srgbClr val="E84910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1624767" y="384048"/>
            <a:ext cx="182880" cy="182880"/>
          </a:xfrm>
          <a:prstGeom prst="rect">
            <a:avLst/>
          </a:prstGeom>
          <a:ln w="12700">
            <a:solidFill>
              <a:srgbClr val="E84910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1304727" y="804672"/>
            <a:ext cx="82296" cy="82296"/>
          </a:xfrm>
          <a:prstGeom prst="rect">
            <a:avLst/>
          </a:prstGeom>
          <a:solidFill>
            <a:srgbClr val="E84910"/>
          </a:solidFill>
          <a:ln/>
        </p:spPr>
      </p:sp>
      <p:sp>
        <p:nvSpPr>
          <p:cNvPr id="12" name="Shape 10"/>
          <p:cNvSpPr/>
          <p:nvPr/>
        </p:nvSpPr>
        <p:spPr>
          <a:xfrm>
            <a:off x="5227168" y="45720"/>
            <a:ext cx="1737360" cy="4572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000000">
                <a:alpha val="35000"/>
              </a:srgbClr>
            </a:outerShdw>
          </a:effectLst>
        </p:spPr>
      </p:sp>
      <p:pic>
        <p:nvPicPr>
          <p:cNvPr id="13" name="Image 0" descr="Logo SENAI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72950" y="137160"/>
            <a:ext cx="1045795" cy="274320"/>
          </a:xfrm>
          <a:prstGeom prst="rect">
            <a:avLst/>
          </a:prstGeom>
        </p:spPr>
      </p:pic>
      <p:pic>
        <p:nvPicPr>
          <p:cNvPr id="14" name="Image 1" descr="Palete com caixas de papelão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" y="4691416"/>
            <a:ext cx="2419894" cy="2166584"/>
          </a:xfrm>
          <a:prstGeom prst="rect">
            <a:avLst/>
          </a:prstGeom>
        </p:spPr>
      </p:pic>
      <p:pic>
        <p:nvPicPr>
          <p:cNvPr id="15" name="Image 2" descr="Porta-palete com caixas armazenadas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709752" y="2447109"/>
            <a:ext cx="2481943" cy="4410891"/>
          </a:xfrm>
          <a:prstGeom prst="rect">
            <a:avLst/>
          </a:prstGeom>
        </p:spPr>
      </p:pic>
      <p:pic>
        <p:nvPicPr>
          <p:cNvPr id="16" name="Image 3" descr="Ícone de armazém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483200" y="566928"/>
            <a:ext cx="1225296" cy="1225296"/>
          </a:xfrm>
          <a:prstGeom prst="rect">
            <a:avLst/>
          </a:prstGeom>
        </p:spPr>
      </p:pic>
      <p:sp>
        <p:nvSpPr>
          <p:cNvPr id="17" name="Text 11"/>
          <p:cNvSpPr txBox="1"/>
          <p:nvPr/>
        </p:nvSpPr>
        <p:spPr>
          <a:xfrm>
            <a:off x="2895448" y="1755648"/>
            <a:ext cx="6400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000" b="1" spc="10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CONVITE</a:t>
            </a:r>
            <a:endParaRPr lang="en-US" sz="5000" dirty="0"/>
          </a:p>
        </p:txBody>
      </p:sp>
      <p:sp>
        <p:nvSpPr>
          <p:cNvPr id="18" name="Text 12"/>
          <p:cNvSpPr txBox="1"/>
          <p:nvPr/>
        </p:nvSpPr>
        <p:spPr>
          <a:xfrm>
            <a:off x="2895448" y="2523744"/>
            <a:ext cx="6400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Temos a honra de convidar</a:t>
            </a:r>
            <a:endParaRPr lang="en-US" sz="1600" dirty="0"/>
          </a:p>
        </p:txBody>
      </p:sp>
      <p:sp>
        <p:nvSpPr>
          <p:cNvPr id="19" name="Nome do Convidado"/>
          <p:cNvSpPr txBox="1"/>
          <p:nvPr/>
        </p:nvSpPr>
        <p:spPr>
          <a:xfrm>
            <a:off x="2804008" y="2816352"/>
            <a:ext cx="65836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3800" i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Nome do Convidado</a:t>
            </a:r>
            <a:endParaRPr lang="en-US" sz="3800" dirty="0"/>
          </a:p>
        </p:txBody>
      </p:sp>
      <p:sp>
        <p:nvSpPr>
          <p:cNvPr id="20" name="Shape 14"/>
          <p:cNvSpPr/>
          <p:nvPr/>
        </p:nvSpPr>
        <p:spPr>
          <a:xfrm>
            <a:off x="4541368" y="3529584"/>
            <a:ext cx="3108960" cy="0"/>
          </a:xfrm>
          <a:prstGeom prst="line">
            <a:avLst/>
          </a:prstGeom>
          <a:noFill/>
          <a:ln w="9525">
            <a:solidFill>
              <a:srgbClr val="9DB8E8">
                <a:alpha val="65000"/>
              </a:srgbClr>
            </a:solidFill>
            <a:prstDash val="solid"/>
          </a:ln>
        </p:spPr>
      </p:sp>
      <p:sp>
        <p:nvSpPr>
          <p:cNvPr id="21" name="Text 15"/>
          <p:cNvSpPr txBox="1"/>
          <p:nvPr/>
        </p:nvSpPr>
        <p:spPr>
          <a:xfrm>
            <a:off x="2895448" y="3621024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 participar do seminário</a:t>
            </a:r>
            <a:endParaRPr lang="en-US" sz="1400" dirty="0"/>
          </a:p>
        </p:txBody>
      </p:sp>
      <p:sp>
        <p:nvSpPr>
          <p:cNvPr id="22" name="Text 16"/>
          <p:cNvSpPr txBox="1"/>
          <p:nvPr/>
        </p:nvSpPr>
        <p:spPr>
          <a:xfrm>
            <a:off x="2804008" y="3913632"/>
            <a:ext cx="6583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spc="2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ALMOXARIFADO EM FOCO</a:t>
            </a:r>
            <a:endParaRPr lang="en-US" sz="3200" dirty="0"/>
          </a:p>
        </p:txBody>
      </p:sp>
      <p:sp>
        <p:nvSpPr>
          <p:cNvPr id="23" name="Text 17"/>
          <p:cNvSpPr txBox="1"/>
          <p:nvPr/>
        </p:nvSpPr>
        <p:spPr>
          <a:xfrm>
            <a:off x="2804008" y="4462272"/>
            <a:ext cx="6583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Uma visão geral das áreas do almoxarifado: do recebimento à expedição</a:t>
            </a:r>
            <a:endParaRPr lang="en-US" sz="1500" dirty="0"/>
          </a:p>
        </p:txBody>
      </p:sp>
      <p:sp>
        <p:nvSpPr>
          <p:cNvPr id="24" name="Shape 18"/>
          <p:cNvSpPr/>
          <p:nvPr/>
        </p:nvSpPr>
        <p:spPr>
          <a:xfrm>
            <a:off x="4038448" y="4974336"/>
            <a:ext cx="4114800" cy="841248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27000" dist="38100" dir="5400000">
              <a:srgbClr val="000000">
                <a:alpha val="45000"/>
              </a:srgbClr>
            </a:outerShdw>
          </a:effectLst>
        </p:spPr>
      </p:sp>
      <p:sp>
        <p:nvSpPr>
          <p:cNvPr id="25" name="Shape 19"/>
          <p:cNvSpPr/>
          <p:nvPr/>
        </p:nvSpPr>
        <p:spPr>
          <a:xfrm>
            <a:off x="4038448" y="4974336"/>
            <a:ext cx="1188720" cy="841248"/>
          </a:xfrm>
          <a:prstGeom prst="rect">
            <a:avLst/>
          </a:prstGeom>
          <a:solidFill>
            <a:srgbClr val="E84910"/>
          </a:solidFill>
          <a:ln/>
        </p:spPr>
      </p:sp>
      <p:sp>
        <p:nvSpPr>
          <p:cNvPr id="26" name="Text 20"/>
          <p:cNvSpPr txBox="1"/>
          <p:nvPr/>
        </p:nvSpPr>
        <p:spPr>
          <a:xfrm>
            <a:off x="4038448" y="4992624"/>
            <a:ext cx="118872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0000"/>
              </a:lnSpc>
              <a:buNone/>
            </a:pPr>
            <a:r>
              <a:rPr lang="en-US" sz="3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21</a:t>
            </a:r>
            <a:endParaRPr lang="en-US" sz="3600" dirty="0"/>
          </a:p>
          <a:p>
            <a:pPr algn="ctr" indent="0" marL="0">
              <a:lnSpc>
                <a:spcPct val="90000"/>
              </a:lnSpc>
              <a:buNone/>
            </a:pPr>
            <a:r>
              <a:rPr lang="en-US" sz="1100" b="1" spc="2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OUTUBRO</a:t>
            </a:r>
            <a:endParaRPr lang="en-US" sz="3600" dirty="0"/>
          </a:p>
        </p:txBody>
      </p:sp>
      <p:sp>
        <p:nvSpPr>
          <p:cNvPr id="27" name="Text 21"/>
          <p:cNvSpPr txBox="1"/>
          <p:nvPr/>
        </p:nvSpPr>
        <p:spPr>
          <a:xfrm>
            <a:off x="5428336" y="5047488"/>
            <a:ext cx="2560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b="1" spc="300" kern="0" dirty="0">
                <a:solidFill>
                  <a:srgbClr val="0E2A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QUARTA-FEIRA</a:t>
            </a:r>
            <a:endParaRPr lang="en-US" sz="2100" dirty="0"/>
          </a:p>
        </p:txBody>
      </p:sp>
      <p:pic>
        <p:nvPicPr>
          <p:cNvPr id="28" name="Image 4" descr="Código de barras decorativo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428336" y="5477256"/>
            <a:ext cx="2523744" cy="219456"/>
          </a:xfrm>
          <a:prstGeom prst="rect">
            <a:avLst/>
          </a:prstGeom>
        </p:spPr>
      </p:pic>
      <p:sp>
        <p:nvSpPr>
          <p:cNvPr id="29" name="Text 22"/>
          <p:cNvSpPr txBox="1"/>
          <p:nvPr/>
        </p:nvSpPr>
        <p:spPr>
          <a:xfrm>
            <a:off x="2895448" y="5943600"/>
            <a:ext cx="6400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Conto com a sua presença!</a:t>
            </a:r>
            <a:endParaRPr lang="en-US" sz="17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74320" y="274320"/>
            <a:ext cx="11643055" cy="6309360"/>
          </a:xfrm>
          <a:prstGeom prst="rect">
            <a:avLst/>
          </a:prstGeom>
          <a:ln w="12700">
            <a:solidFill>
              <a:srgbClr val="9DB8E8">
                <a:alpha val="75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384048" y="384048"/>
            <a:ext cx="11423599" cy="6089904"/>
          </a:xfrm>
          <a:prstGeom prst="rect">
            <a:avLst/>
          </a:prstGeom>
          <a:ln w="6350">
            <a:solidFill>
              <a:srgbClr val="FFFFFF">
                <a:alpha val="30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274320" y="274320"/>
            <a:ext cx="502920" cy="502920"/>
          </a:xfrm>
          <a:prstGeom prst="rect">
            <a:avLst/>
          </a:prstGeom>
          <a:ln w="22225">
            <a:solidFill>
              <a:srgbClr val="E8491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57200" y="457200"/>
            <a:ext cx="502920" cy="502920"/>
          </a:xfrm>
          <a:prstGeom prst="rect">
            <a:avLst/>
          </a:prstGeom>
          <a:ln w="15875">
            <a:solidFill>
              <a:srgbClr val="E8491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384048" y="384048"/>
            <a:ext cx="182880" cy="182880"/>
          </a:xfrm>
          <a:prstGeom prst="rect">
            <a:avLst/>
          </a:prstGeom>
          <a:ln w="12700">
            <a:solidFill>
              <a:srgbClr val="E8491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804672" y="804672"/>
            <a:ext cx="82296" cy="82296"/>
          </a:xfrm>
          <a:prstGeom prst="rect">
            <a:avLst/>
          </a:prstGeom>
          <a:solidFill>
            <a:srgbClr val="E84910"/>
          </a:solidFill>
          <a:ln/>
        </p:spPr>
      </p:sp>
      <p:sp>
        <p:nvSpPr>
          <p:cNvPr id="8" name="Shape 6"/>
          <p:cNvSpPr/>
          <p:nvPr/>
        </p:nvSpPr>
        <p:spPr>
          <a:xfrm>
            <a:off x="11414455" y="274320"/>
            <a:ext cx="502920" cy="502920"/>
          </a:xfrm>
          <a:prstGeom prst="rect">
            <a:avLst/>
          </a:prstGeom>
          <a:ln w="22225">
            <a:solidFill>
              <a:srgbClr val="E84910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1231575" y="457200"/>
            <a:ext cx="502920" cy="502920"/>
          </a:xfrm>
          <a:prstGeom prst="rect">
            <a:avLst/>
          </a:prstGeom>
          <a:ln w="15875">
            <a:solidFill>
              <a:srgbClr val="E84910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1624767" y="384048"/>
            <a:ext cx="182880" cy="182880"/>
          </a:xfrm>
          <a:prstGeom prst="rect">
            <a:avLst/>
          </a:prstGeom>
          <a:ln w="12700">
            <a:solidFill>
              <a:srgbClr val="E84910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1304727" y="804672"/>
            <a:ext cx="82296" cy="82296"/>
          </a:xfrm>
          <a:prstGeom prst="rect">
            <a:avLst/>
          </a:prstGeom>
          <a:solidFill>
            <a:srgbClr val="E84910"/>
          </a:solidFill>
          <a:ln/>
        </p:spPr>
      </p:sp>
      <p:sp>
        <p:nvSpPr>
          <p:cNvPr id="12" name="Shape 10"/>
          <p:cNvSpPr/>
          <p:nvPr/>
        </p:nvSpPr>
        <p:spPr>
          <a:xfrm>
            <a:off x="274320" y="6080760"/>
            <a:ext cx="502920" cy="502920"/>
          </a:xfrm>
          <a:prstGeom prst="rect">
            <a:avLst/>
          </a:prstGeom>
          <a:ln w="22225">
            <a:solidFill>
              <a:srgbClr val="E8491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57200" y="5897880"/>
            <a:ext cx="502920" cy="502920"/>
          </a:xfrm>
          <a:prstGeom prst="rect">
            <a:avLst/>
          </a:prstGeom>
          <a:ln w="15875">
            <a:solidFill>
              <a:srgbClr val="E8491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84048" y="6291072"/>
            <a:ext cx="182880" cy="182880"/>
          </a:xfrm>
          <a:prstGeom prst="rect">
            <a:avLst/>
          </a:prstGeom>
          <a:ln w="12700">
            <a:solidFill>
              <a:srgbClr val="E84910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804672" y="5971032"/>
            <a:ext cx="82296" cy="82296"/>
          </a:xfrm>
          <a:prstGeom prst="rect">
            <a:avLst/>
          </a:prstGeom>
          <a:solidFill>
            <a:srgbClr val="E84910"/>
          </a:solidFill>
          <a:ln/>
        </p:spPr>
      </p:sp>
      <p:sp>
        <p:nvSpPr>
          <p:cNvPr id="16" name="Shape 14"/>
          <p:cNvSpPr/>
          <p:nvPr/>
        </p:nvSpPr>
        <p:spPr>
          <a:xfrm>
            <a:off x="11414455" y="6080760"/>
            <a:ext cx="502920" cy="502920"/>
          </a:xfrm>
          <a:prstGeom prst="rect">
            <a:avLst/>
          </a:prstGeom>
          <a:ln w="22225">
            <a:solidFill>
              <a:srgbClr val="E84910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1231575" y="5897880"/>
            <a:ext cx="502920" cy="502920"/>
          </a:xfrm>
          <a:prstGeom prst="rect">
            <a:avLst/>
          </a:prstGeom>
          <a:ln w="15875">
            <a:solidFill>
              <a:srgbClr val="E84910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11624767" y="6291072"/>
            <a:ext cx="182880" cy="182880"/>
          </a:xfrm>
          <a:prstGeom prst="rect">
            <a:avLst/>
          </a:prstGeom>
          <a:ln w="12700">
            <a:solidFill>
              <a:srgbClr val="E8491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11304727" y="5971032"/>
            <a:ext cx="82296" cy="82296"/>
          </a:xfrm>
          <a:prstGeom prst="rect">
            <a:avLst/>
          </a:prstGeom>
          <a:solidFill>
            <a:srgbClr val="E84910"/>
          </a:solidFill>
          <a:ln/>
        </p:spPr>
      </p:sp>
      <p:pic>
        <p:nvPicPr>
          <p:cNvPr id="20" name="Image 0" descr="Logo SENAI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18408" y="2805379"/>
            <a:ext cx="4754880" cy="1247242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Slide 1</vt:lpstr>
      <vt:lpstr>Slide 2</vt:lpstr>
    </vt:vector>
  </TitlesOfParts>
  <Company>SENAI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Convite — Seminário Almoxarifado em Foco</dc:title>
  <dc:subject>PptxGenJS Presentation</dc:subject>
  <dc:creator>PptxGenJS</dc:creator>
  <cp:lastModifiedBy>PptxGenJS</cp:lastModifiedBy>
  <cp:revision>1</cp:revision>
  <dcterms:created xsi:type="dcterms:W3CDTF">2026-09-28T20:10:44Z</dcterms:created>
  <dcterms:modified xsi:type="dcterms:W3CDTF">2026-09-28T20:10:44Z</dcterms:modified>
</cp:coreProperties>
</file>