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PERSONALIZAR: clique no texto "Nome do Convidado" e digite o nome da pessoa (o tamanho da fonte se ajusta sozinho para nomes longos). Para fazer um convite por pessoa, clique com o botão direito na miniatura deste slide &gt; Duplicar slide, e troque apenas o nome. Se desejar, substitua o selo "SENAI" pelo logotipo oficial da sua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12700">
            <a:solidFill>
              <a:srgbClr val="9DB8E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384048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80467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27432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31575" y="45720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24767" y="384048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4727" y="80467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18608" y="109728"/>
            <a:ext cx="1554480" cy="347472"/>
          </a:xfrm>
          <a:prstGeom prst="rect">
            <a:avLst/>
          </a:prstGeom>
          <a:solidFill>
            <a:srgbClr val="E306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SENAI</a:t>
            </a:r>
            <a:endParaRPr lang="en-US" sz="1800" dirty="0"/>
          </a:p>
        </p:txBody>
      </p:sp>
      <p:pic>
        <p:nvPicPr>
          <p:cNvPr id="13" name="Image 0" descr="Palete com caixas de papel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4691416"/>
            <a:ext cx="2419894" cy="2166584"/>
          </a:xfrm>
          <a:prstGeom prst="rect">
            <a:avLst/>
          </a:prstGeom>
        </p:spPr>
      </p:pic>
      <p:pic>
        <p:nvPicPr>
          <p:cNvPr id="14" name="Image 1" descr="Porta-palete com caixas armazena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752" y="2447109"/>
            <a:ext cx="2481943" cy="4410891"/>
          </a:xfrm>
          <a:prstGeom prst="rect">
            <a:avLst/>
          </a:prstGeom>
        </p:spPr>
      </p:pic>
      <p:pic>
        <p:nvPicPr>
          <p:cNvPr id="15" name="Image 2" descr="Ícone de armazé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68" y="530352"/>
            <a:ext cx="1280160" cy="1280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95448" y="17556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CONVITE</a:t>
            </a:r>
            <a:endParaRPr lang="en-US" sz="5000" dirty="0"/>
          </a:p>
        </p:txBody>
      </p:sp>
      <p:sp>
        <p:nvSpPr>
          <p:cNvPr id="17" name="Text 12"/>
          <p:cNvSpPr txBox="1"/>
          <p:nvPr/>
        </p:nvSpPr>
        <p:spPr>
          <a:xfrm>
            <a:off x="2895448" y="25237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a honra de convidar</a:t>
            </a:r>
            <a:endParaRPr lang="en-US" sz="1600" dirty="0"/>
          </a:p>
        </p:txBody>
      </p:sp>
      <p:sp>
        <p:nvSpPr>
          <p:cNvPr id="18" name="Nome do Convidado"/>
          <p:cNvSpPr txBox="1"/>
          <p:nvPr/>
        </p:nvSpPr>
        <p:spPr>
          <a:xfrm>
            <a:off x="2804008" y="281635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 do Convidado</a:t>
            </a:r>
            <a:endParaRPr lang="en-US" sz="3800" dirty="0"/>
          </a:p>
        </p:txBody>
      </p:sp>
      <p:sp>
        <p:nvSpPr>
          <p:cNvPr id="19" name="Shape 14"/>
          <p:cNvSpPr/>
          <p:nvPr/>
        </p:nvSpPr>
        <p:spPr>
          <a:xfrm>
            <a:off x="4541368" y="3529584"/>
            <a:ext cx="3108960" cy="0"/>
          </a:xfrm>
          <a:prstGeom prst="line">
            <a:avLst/>
          </a:prstGeom>
          <a:noFill/>
          <a:ln w="9525">
            <a:solidFill>
              <a:srgbClr val="9DB8E8">
                <a:alpha val="65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895448" y="3621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participar do seminário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804008" y="39136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ALMOXARIFADO EM FOCO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2804008" y="44622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geral das áreas do almoxarifado: do recebimento à expedição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038448" y="4974336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038448" y="4974336"/>
            <a:ext cx="1188720" cy="84124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038448" y="4992624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3600" dirty="0"/>
          </a:p>
        </p:txBody>
      </p:sp>
      <p:sp>
        <p:nvSpPr>
          <p:cNvPr id="26" name="Text 21"/>
          <p:cNvSpPr txBox="1"/>
          <p:nvPr/>
        </p:nvSpPr>
        <p:spPr>
          <a:xfrm>
            <a:off x="5428336" y="5047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0E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QUARTA-FEIRA</a:t>
            </a:r>
            <a:endParaRPr lang="en-US" sz="2100" dirty="0"/>
          </a:p>
        </p:txBody>
      </p:sp>
      <p:pic>
        <p:nvPicPr>
          <p:cNvPr id="27" name="Image 3" descr="Código de barras decorativ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336" y="5477256"/>
            <a:ext cx="2523744" cy="2194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895448" y="5943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 com a sua presença!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12700">
            <a:solidFill>
              <a:srgbClr val="9DB8E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384048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80467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27432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31575" y="45720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24767" y="384048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4727" y="80467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608076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89788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6291072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597103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14455" y="6080760"/>
            <a:ext cx="502920" cy="502920"/>
          </a:xfrm>
          <a:prstGeom prst="rect">
            <a:avLst/>
          </a:prstGeom>
          <a:ln w="22225">
            <a:solidFill>
              <a:srgbClr val="E306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31575" y="5897880"/>
            <a:ext cx="502920" cy="502920"/>
          </a:xfrm>
          <a:prstGeom prst="rect">
            <a:avLst/>
          </a:prstGeom>
          <a:ln w="15875">
            <a:solidFill>
              <a:srgbClr val="E306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24767" y="6291072"/>
            <a:ext cx="182880" cy="182880"/>
          </a:xfrm>
          <a:prstGeom prst="rect">
            <a:avLst/>
          </a:prstGeom>
          <a:ln w="12700">
            <a:solidFill>
              <a:srgbClr val="E306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04727" y="5971032"/>
            <a:ext cx="82296" cy="8229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18608" y="109728"/>
            <a:ext cx="1554480" cy="347472"/>
          </a:xfrm>
          <a:prstGeom prst="rect">
            <a:avLst/>
          </a:prstGeom>
          <a:solidFill>
            <a:srgbClr val="E306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658368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ABORDAR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1243584"/>
            <a:ext cx="9448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Almoxarifado em Foco — um panorama das principais áreas do almoxarifado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3768" y="18288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9800" y="208483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25" name="Image 0" descr="Recebi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960" y="2221992"/>
            <a:ext cx="329184" cy="32918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889608" y="20665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Recebimento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39800" y="283464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de notas fiscais, inspeção de quantidade e qualidade e registro de entrada.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449928" y="18288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05960" y="208483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30" name="Image 1" descr="Armazenag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120" y="2221992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455768" y="20665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Armazenagem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705960" y="283464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endereçamento, empilhamento seguro e conservação dos materiais.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8016088" y="18288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72120" y="208483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35" name="Image 2" descr="Controle de Estoqu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280" y="2221992"/>
            <a:ext cx="329184" cy="32918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021928" y="20665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Estoque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8272120" y="283464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ABC, PEPS/FIFO, estoque mínimo e máximo e ponto de pedido.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883768" y="3931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39800" y="418795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40" name="Image 3" descr="Inventár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60" y="4325112"/>
            <a:ext cx="329184" cy="329184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889608" y="41696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Inventário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139800" y="493776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periódico e rotativo, acuracidade e ajuste de divergências.</a:t>
            </a:r>
            <a:endParaRPr lang="en-US" sz="1350" dirty="0"/>
          </a:p>
        </p:txBody>
      </p:sp>
      <p:sp>
        <p:nvSpPr>
          <p:cNvPr id="43" name="Shape 37"/>
          <p:cNvSpPr/>
          <p:nvPr/>
        </p:nvSpPr>
        <p:spPr>
          <a:xfrm>
            <a:off x="4449928" y="3931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705960" y="418795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45" name="Image 4" descr="Movimentação e Expedi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120" y="4325112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455768" y="41696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Movimentação e Expedição</a:t>
            </a:r>
            <a:endParaRPr lang="en-US" sz="1600" dirty="0"/>
          </a:p>
        </p:txBody>
      </p:sp>
      <p:sp>
        <p:nvSpPr>
          <p:cNvPr id="47" name="Text 40"/>
          <p:cNvSpPr txBox="1"/>
          <p:nvPr/>
        </p:nvSpPr>
        <p:spPr>
          <a:xfrm>
            <a:off x="4705960" y="493776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Paleteiras e empilhadeiras, separação de pedidos, embalagem e distribuição.</a:t>
            </a:r>
            <a:endParaRPr lang="en-US" sz="1350" dirty="0"/>
          </a:p>
        </p:txBody>
      </p:sp>
      <p:sp>
        <p:nvSpPr>
          <p:cNvPr id="48" name="Shape 41"/>
          <p:cNvSpPr/>
          <p:nvPr/>
        </p:nvSpPr>
        <p:spPr>
          <a:xfrm>
            <a:off x="8016088" y="3931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9DB8E8">
                <a:alpha val="45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272120" y="4187952"/>
            <a:ext cx="603504" cy="603504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50" name="Image 5" descr="Segurança e Tecnologi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9280" y="4325112"/>
            <a:ext cx="329184" cy="329184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9021928" y="416966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Tecnologia</a:t>
            </a:r>
            <a:endParaRPr lang="en-US" sz="1600" dirty="0"/>
          </a:p>
        </p:txBody>
      </p:sp>
      <p:sp>
        <p:nvSpPr>
          <p:cNvPr id="52" name="Text 44"/>
          <p:cNvSpPr txBox="1"/>
          <p:nvPr/>
        </p:nvSpPr>
        <p:spPr>
          <a:xfrm>
            <a:off x="8272120" y="493776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NR-11, uso de EPIs, sinalização, código de barras e sistemas WMS/ERP.</a:t>
            </a:r>
            <a:endParaRPr lang="en-US" sz="1350" dirty="0"/>
          </a:p>
        </p:txBody>
      </p:sp>
      <p:sp>
        <p:nvSpPr>
          <p:cNvPr id="53" name="Text 45"/>
          <p:cNvSpPr txBox="1"/>
          <p:nvPr/>
        </p:nvSpPr>
        <p:spPr>
          <a:xfrm>
            <a:off x="1828800" y="5961888"/>
            <a:ext cx="8534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DE OUTUBRO  ·  QUARTA-FEIRA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Convite — Seminário Almoxarifado em Foco</dc:title>
  <dc:subject>PptxGenJS Presentation</dc:subject>
  <dc:creator>PptxGenJS</dc:creator>
  <cp:lastModifiedBy>PptxGenJS</cp:lastModifiedBy>
  <cp:revision>1</cp:revision>
  <dcterms:created xsi:type="dcterms:W3CDTF">2026-09-28T19:50:12Z</dcterms:created>
  <dcterms:modified xsi:type="dcterms:W3CDTF">2026-09-28T19:50:12Z</dcterms:modified>
</cp:coreProperties>
</file>