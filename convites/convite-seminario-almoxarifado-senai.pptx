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PERSONALIZAR: clique no texto "Nome do Convidado" e digite o nome da pessoa (o tamanho da fonte se ajusta sozinho para nomes longos). Para fazer um convite por pessoa, clique com o botão direito na miniatura deste slide &gt; Duplicar slide, e troque apenas o nome. 
OPÇÕES DE TÍTULO: (1) Por Trás de Cada Prateleira; (2) Cada Caixa Conta uma História; (3) O Coração da Indústria; (4) Muito Além do Estoque; (5) Mãos que Organizam, Indústria que Avança.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Verso do convite (parte de trás da capa), com o logo do SENAI centralizado.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ln w="12700">
            <a:solidFill>
              <a:srgbClr val="9DB8E8">
                <a:alpha val="7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384048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80467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8" name="Shape 6"/>
          <p:cNvSpPr/>
          <p:nvPr/>
        </p:nvSpPr>
        <p:spPr>
          <a:xfrm>
            <a:off x="11414455" y="27432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31575" y="45720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24767" y="384048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04727" y="80467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12" name="Shape 10"/>
          <p:cNvSpPr/>
          <p:nvPr/>
        </p:nvSpPr>
        <p:spPr>
          <a:xfrm>
            <a:off x="5227168" y="4572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13" name="Image 0" descr="Logo SENA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950" y="137160"/>
            <a:ext cx="1045795" cy="274320"/>
          </a:xfrm>
          <a:prstGeom prst="rect">
            <a:avLst/>
          </a:prstGeom>
        </p:spPr>
      </p:pic>
      <p:pic>
        <p:nvPicPr>
          <p:cNvPr id="14" name="Image 1" descr="Palete com caixas de papelã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691416"/>
            <a:ext cx="2419894" cy="2166584"/>
          </a:xfrm>
          <a:prstGeom prst="rect">
            <a:avLst/>
          </a:prstGeom>
        </p:spPr>
      </p:pic>
      <p:pic>
        <p:nvPicPr>
          <p:cNvPr id="15" name="Image 2" descr="Porta-palete com caixas armazenad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9752" y="2447109"/>
            <a:ext cx="2481943" cy="4410891"/>
          </a:xfrm>
          <a:prstGeom prst="rect">
            <a:avLst/>
          </a:prstGeom>
        </p:spPr>
      </p:pic>
      <p:pic>
        <p:nvPicPr>
          <p:cNvPr id="16" name="Image 3" descr="Ícone de armazé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3200" y="566928"/>
            <a:ext cx="1225296" cy="12252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895448" y="175564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spc="10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CONVITE</a:t>
            </a:r>
            <a:endParaRPr lang="en-US" sz="5000" dirty="0"/>
          </a:p>
        </p:txBody>
      </p:sp>
      <p:sp>
        <p:nvSpPr>
          <p:cNvPr id="18" name="Text 12"/>
          <p:cNvSpPr txBox="1"/>
          <p:nvPr/>
        </p:nvSpPr>
        <p:spPr>
          <a:xfrm>
            <a:off x="2895448" y="25237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Temos a honra de convidar</a:t>
            </a:r>
            <a:endParaRPr lang="en-US" sz="1600" dirty="0"/>
          </a:p>
        </p:txBody>
      </p:sp>
      <p:sp>
        <p:nvSpPr>
          <p:cNvPr id="19" name="Nome do Convidado"/>
          <p:cNvSpPr txBox="1"/>
          <p:nvPr/>
        </p:nvSpPr>
        <p:spPr>
          <a:xfrm>
            <a:off x="2804008" y="281635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Nome do Convidado</a:t>
            </a:r>
            <a:endParaRPr lang="en-US" sz="3800" dirty="0"/>
          </a:p>
        </p:txBody>
      </p:sp>
      <p:sp>
        <p:nvSpPr>
          <p:cNvPr id="20" name="Shape 14"/>
          <p:cNvSpPr/>
          <p:nvPr/>
        </p:nvSpPr>
        <p:spPr>
          <a:xfrm>
            <a:off x="4541368" y="3529584"/>
            <a:ext cx="3108960" cy="0"/>
          </a:xfrm>
          <a:prstGeom prst="line">
            <a:avLst/>
          </a:prstGeom>
          <a:noFill/>
          <a:ln w="9525">
            <a:solidFill>
              <a:srgbClr val="9DB8E8">
                <a:alpha val="6500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2895448" y="362102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participar do seminário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2804008" y="3913632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ALMOXARIFADO EM FOCO</a:t>
            </a:r>
            <a:endParaRPr lang="en-US" sz="3200" dirty="0"/>
          </a:p>
        </p:txBody>
      </p:sp>
      <p:sp>
        <p:nvSpPr>
          <p:cNvPr id="23" name="Text 17"/>
          <p:cNvSpPr txBox="1"/>
          <p:nvPr/>
        </p:nvSpPr>
        <p:spPr>
          <a:xfrm>
            <a:off x="2804008" y="44622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visão geral das áreas do almoxarifado: do recebimento à expedição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2826868" y="4956048"/>
            <a:ext cx="32004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2826868" y="4956048"/>
            <a:ext cx="960120" cy="868680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2826868" y="4974336"/>
            <a:ext cx="9601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4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</a:t>
            </a:r>
            <a:endParaRPr lang="en-US" sz="3400" dirty="0"/>
          </a:p>
        </p:txBody>
      </p:sp>
      <p:sp>
        <p:nvSpPr>
          <p:cNvPr id="27" name="Text 21"/>
          <p:cNvSpPr txBox="1"/>
          <p:nvPr/>
        </p:nvSpPr>
        <p:spPr>
          <a:xfrm>
            <a:off x="3951580" y="504748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0E2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QUARTA-FEIRA</a:t>
            </a:r>
            <a:endParaRPr lang="en-US" sz="1500" dirty="0"/>
          </a:p>
        </p:txBody>
      </p:sp>
      <p:pic>
        <p:nvPicPr>
          <p:cNvPr id="28" name="Image 4" descr="Relógi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1580" y="5449824"/>
            <a:ext cx="246888" cy="24688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280764" y="54132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849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ÀS 14H30</a:t>
            </a:r>
            <a:endParaRPr lang="en-US" sz="1800" dirty="0"/>
          </a:p>
        </p:txBody>
      </p:sp>
      <p:pic>
        <p:nvPicPr>
          <p:cNvPr id="30" name="Image 5" descr="Código de barras decorativ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98084" y="5065776"/>
            <a:ext cx="182880" cy="649224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255868" y="4956048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9DB8E8">
                <a:alpha val="55000"/>
              </a:srgbClr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6420460" y="5152644"/>
            <a:ext cx="475488" cy="475488"/>
          </a:xfrm>
          <a:prstGeom prst="ellipse">
            <a:avLst/>
          </a:prstGeom>
          <a:solidFill>
            <a:srgbClr val="E84910"/>
          </a:solidFill>
          <a:ln/>
        </p:spPr>
      </p:sp>
      <p:pic>
        <p:nvPicPr>
          <p:cNvPr id="33" name="Image 6" descr="Loc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8476" y="5280660"/>
            <a:ext cx="219456" cy="219456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023964" y="5010912"/>
            <a:ext cx="22311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SENAI Paragominas</a:t>
            </a:r>
            <a:endParaRPr lang="en-US" sz="14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D5E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Barão de Araruna, s/n</a:t>
            </a:r>
            <a:endParaRPr lang="en-US" sz="14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rgbClr val="D5E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Promissão II – Paragominas/PA</a:t>
            </a:r>
            <a:endParaRPr lang="en-US" sz="1400" dirty="0"/>
          </a:p>
        </p:txBody>
      </p:sp>
      <p:sp>
        <p:nvSpPr>
          <p:cNvPr id="35" name="Text 26"/>
          <p:cNvSpPr txBox="1"/>
          <p:nvPr/>
        </p:nvSpPr>
        <p:spPr>
          <a:xfrm>
            <a:off x="2895448" y="594360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 com a sua presença!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ln w="12700">
            <a:solidFill>
              <a:srgbClr val="9DB8E8">
                <a:alpha val="7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384048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80467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8" name="Shape 6"/>
          <p:cNvSpPr/>
          <p:nvPr/>
        </p:nvSpPr>
        <p:spPr>
          <a:xfrm>
            <a:off x="11414455" y="27432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31575" y="45720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24767" y="384048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04727" y="80467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608076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589788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" y="6291072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597103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14455" y="608076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31575" y="589788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4767" y="6291072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304727" y="597103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pic>
        <p:nvPicPr>
          <p:cNvPr id="20" name="Image 0" descr="Logo SENA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8" y="2805379"/>
            <a:ext cx="4754880" cy="12472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Convite — Seminário Almoxarifado em Foco</dc:title>
  <dc:subject>PptxGenJS Presentation</dc:subject>
  <dc:creator>PptxGenJS</dc:creator>
  <cp:lastModifiedBy>PptxGenJS</cp:lastModifiedBy>
  <cp:revision>1</cp:revision>
  <dcterms:created xsi:type="dcterms:W3CDTF">2026-09-28T20:12:49Z</dcterms:created>
  <dcterms:modified xsi:type="dcterms:W3CDTF">2026-09-28T20:12:49Z</dcterms:modified>
</cp:coreProperties>
</file>